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风车车科技有限公司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2026-Q1 季度经营报告</a:t>
            </a:r>
          </a:p>
          <a:p>
            <a:r>
              <a:t>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季度总览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总营收: 1,850.00 万元</a:t>
            </a:r>
          </a:p>
          <a:p>
            <a:pPr/>
            <a:r>
              <a:t>总成本: 1,340.00 万元</a:t>
            </a:r>
          </a:p>
          <a:p>
            <a:pPr/>
            <a:r>
              <a:t>净利润: 510.00 万元</a:t>
            </a:r>
          </a:p>
          <a:p>
            <a:pPr/>
            <a:r>
              <a:t>员工总数: 90 人</a:t>
            </a:r>
          </a:p>
          <a:p>
            <a:pPr/>
            <a:r>
              <a:t>平均满意度: 85.2%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各部门绩效对比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部门</a:t>
                      </a:r>
                    </a:p>
                  </a:txBody>
                  <a:tcPr>
                    <a:solidFill>
                      <a:srgbClr val="0051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营收(万)</a:t>
                      </a:r>
                    </a:p>
                  </a:txBody>
                  <a:tcPr>
                    <a:solidFill>
                      <a:srgbClr val="0051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成本(万)</a:t>
                      </a:r>
                    </a:p>
                  </a:txBody>
                  <a:tcPr>
                    <a:solidFill>
                      <a:srgbClr val="0051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利润率</a:t>
                      </a:r>
                    </a:p>
                  </a:txBody>
                  <a:tcPr>
                    <a:solidFill>
                      <a:srgbClr val="0051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满意度</a:t>
                      </a:r>
                    </a:p>
                  </a:txBody>
                  <a:tcPr>
                    <a:solidFill>
                      <a:srgbClr val="0051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产品研发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850.00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520.00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88.5%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市场营销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620.00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410.00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79.2%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客户成功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260.00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91.0%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行政人事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82.3%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表现最佳部门: 产品研发（利润率 38.8%）</a:t>
            </a:r>
          </a:p>
          <a:p>
            <a:pPr lvl="1"/>
            <a:r>
              <a:t>本季度整体业绩稳中有升，产品研发部继续保持高利润率。下季度重点: 拓展市场营销渠道，提升行政效率。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