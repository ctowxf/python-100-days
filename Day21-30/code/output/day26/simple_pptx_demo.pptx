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自动化办公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用代码提升工作效率  |  2026 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python-docx 操作 Word</a:t>
            </a:r>
          </a:p>
          <a:p>
            <a:pPr/>
            <a:r>
              <a:t>python-pptx 操作 PowerPoint</a:t>
            </a:r>
          </a:p>
          <a:p>
            <a:pPr/>
            <a:r>
              <a:t>模板替换与批量生成</a:t>
            </a:r>
          </a:p>
          <a:p>
            <a:pPr/>
            <a:r>
              <a:t>企业自动化报告实战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python-docx 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文档创建与编辑</a:t>
            </a:r>
          </a:p>
          <a:p>
            <a:pPr lvl="1"/>
            <a:r>
              <a:t>标题、段落、列表</a:t>
            </a:r>
          </a:p>
          <a:p>
            <a:pPr lvl="1"/>
            <a:r>
              <a:t>表格与图片</a:t>
            </a:r>
          </a:p>
          <a:p>
            <a:pPr lvl="1"/>
            <a:r>
              <a:t>样式与格式控制</a:t>
            </a:r>
          </a:p>
          <a:p>
            <a:pPr lvl="1"/>
            <a:r>
              <a:t>模板占位符替换</a:t>
            </a:r>
          </a:p>
          <a:p>
            <a:pPr lvl="2"/>
            <a:r>
              <a:t>批量生成文档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